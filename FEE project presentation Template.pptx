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  <p:sldId id="267" r:id="rId3"/>
    <p:sldId id="271" r:id="rId4"/>
    <p:sldId id="273" r:id="rId5"/>
    <p:sldId id="272" r:id="rId6"/>
    <p:sldId id="274" r:id="rId7"/>
    <p:sldId id="275" r:id="rId8"/>
    <p:sldId id="277" r:id="rId9"/>
    <p:sldId id="278" r:id="rId10"/>
    <p:sldId id="279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0A831-F6B5-423F-A9EB-B1A99A540539}" v="3" dt="2024-09-30T14:47:32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>
      <p:cViewPr varScale="1">
        <p:scale>
          <a:sx n="78" d="100"/>
          <a:sy n="78" d="100"/>
        </p:scale>
        <p:origin x="88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sh Mahajan" userId="d0f92bf3acd0f71c" providerId="LiveId" clId="{8A80A831-F6B5-423F-A9EB-B1A99A540539}"/>
    <pc:docChg chg="undo custSel modSld">
      <pc:chgData name="Kanish Mahajan" userId="d0f92bf3acd0f71c" providerId="LiveId" clId="{8A80A831-F6B5-423F-A9EB-B1A99A540539}" dt="2024-09-30T15:12:44.239" v="2083"/>
      <pc:docMkLst>
        <pc:docMk/>
      </pc:docMkLst>
      <pc:sldChg chg="modSp mod">
        <pc:chgData name="Kanish Mahajan" userId="d0f92bf3acd0f71c" providerId="LiveId" clId="{8A80A831-F6B5-423F-A9EB-B1A99A540539}" dt="2024-09-30T13:57:45.204" v="890" actId="20577"/>
        <pc:sldMkLst>
          <pc:docMk/>
          <pc:sldMk cId="0" sldId="267"/>
        </pc:sldMkLst>
        <pc:spChg chg="mod">
          <ac:chgData name="Kanish Mahajan" userId="d0f92bf3acd0f71c" providerId="LiveId" clId="{8A80A831-F6B5-423F-A9EB-B1A99A540539}" dt="2024-09-30T13:57:45.204" v="890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Kanish Mahajan" userId="d0f92bf3acd0f71c" providerId="LiveId" clId="{8A80A831-F6B5-423F-A9EB-B1A99A540539}" dt="2024-09-30T13:57:26.785" v="877" actId="20577"/>
        <pc:sldMkLst>
          <pc:docMk/>
          <pc:sldMk cId="0" sldId="268"/>
        </pc:sldMkLst>
        <pc:spChg chg="mod">
          <ac:chgData name="Kanish Mahajan" userId="d0f92bf3acd0f71c" providerId="LiveId" clId="{8A80A831-F6B5-423F-A9EB-B1A99A540539}" dt="2024-09-30T13:57:26.785" v="877" actId="20577"/>
          <ac:spMkLst>
            <pc:docMk/>
            <pc:sldMk cId="0" sldId="268"/>
            <ac:spMk id="6" creationId="{39596CC0-0544-9FD2-7AFD-B23ECB7AE8F4}"/>
          </ac:spMkLst>
        </pc:spChg>
      </pc:sldChg>
      <pc:sldChg chg="modSp mod">
        <pc:chgData name="Kanish Mahajan" userId="d0f92bf3acd0f71c" providerId="LiveId" clId="{8A80A831-F6B5-423F-A9EB-B1A99A540539}" dt="2024-09-30T13:53:47.254" v="728" actId="113"/>
        <pc:sldMkLst>
          <pc:docMk/>
          <pc:sldMk cId="0" sldId="271"/>
        </pc:sldMkLst>
        <pc:spChg chg="mod">
          <ac:chgData name="Kanish Mahajan" userId="d0f92bf3acd0f71c" providerId="LiveId" clId="{8A80A831-F6B5-423F-A9EB-B1A99A540539}" dt="2024-09-30T13:53:47.254" v="728" actId="113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Kanish Mahajan" userId="d0f92bf3acd0f71c" providerId="LiveId" clId="{8A80A831-F6B5-423F-A9EB-B1A99A540539}" dt="2024-09-30T14:56:54.401" v="1953" actId="20577"/>
        <pc:sldMkLst>
          <pc:docMk/>
          <pc:sldMk cId="0" sldId="272"/>
        </pc:sldMkLst>
        <pc:spChg chg="mod">
          <ac:chgData name="Kanish Mahajan" userId="d0f92bf3acd0f71c" providerId="LiveId" clId="{8A80A831-F6B5-423F-A9EB-B1A99A540539}" dt="2024-09-30T14:56:54.401" v="1953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Kanish Mahajan" userId="d0f92bf3acd0f71c" providerId="LiveId" clId="{8A80A831-F6B5-423F-A9EB-B1A99A540539}" dt="2024-09-30T14:41:08.123" v="1671" actId="1076"/>
        <pc:sldMkLst>
          <pc:docMk/>
          <pc:sldMk cId="0" sldId="273"/>
        </pc:sldMkLst>
        <pc:spChg chg="mod">
          <ac:chgData name="Kanish Mahajan" userId="d0f92bf3acd0f71c" providerId="LiveId" clId="{8A80A831-F6B5-423F-A9EB-B1A99A540539}" dt="2024-09-30T14:41:08.123" v="1671" actId="107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Kanish Mahajan" userId="d0f92bf3acd0f71c" providerId="LiveId" clId="{8A80A831-F6B5-423F-A9EB-B1A99A540539}" dt="2024-09-30T15:04:00.596" v="2069" actId="20577"/>
        <pc:sldMkLst>
          <pc:docMk/>
          <pc:sldMk cId="0" sldId="274"/>
        </pc:sldMkLst>
        <pc:spChg chg="mod">
          <ac:chgData name="Kanish Mahajan" userId="d0f92bf3acd0f71c" providerId="LiveId" clId="{8A80A831-F6B5-423F-A9EB-B1A99A540539}" dt="2024-09-30T15:04:00.596" v="2069" actId="20577"/>
          <ac:spMkLst>
            <pc:docMk/>
            <pc:sldMk cId="0" sldId="274"/>
            <ac:spMk id="3" creationId="{00000000-0000-0000-0000-000000000000}"/>
          </ac:spMkLst>
        </pc:spChg>
      </pc:sldChg>
      <pc:sldChg chg="delSp modSp mod">
        <pc:chgData name="Kanish Mahajan" userId="d0f92bf3acd0f71c" providerId="LiveId" clId="{8A80A831-F6B5-423F-A9EB-B1A99A540539}" dt="2024-09-30T15:12:44.239" v="2083"/>
        <pc:sldMkLst>
          <pc:docMk/>
          <pc:sldMk cId="0" sldId="277"/>
        </pc:sldMkLst>
        <pc:spChg chg="mod">
          <ac:chgData name="Kanish Mahajan" userId="d0f92bf3acd0f71c" providerId="LiveId" clId="{8A80A831-F6B5-423F-A9EB-B1A99A540539}" dt="2024-09-30T15:06:04.759" v="2079" actId="20577"/>
          <ac:spMkLst>
            <pc:docMk/>
            <pc:sldMk cId="0" sldId="277"/>
            <ac:spMk id="2" creationId="{00000000-0000-0000-0000-000000000000}"/>
          </ac:spMkLst>
        </pc:spChg>
        <pc:spChg chg="del mod">
          <ac:chgData name="Kanish Mahajan" userId="d0f92bf3acd0f71c" providerId="LiveId" clId="{8A80A831-F6B5-423F-A9EB-B1A99A540539}" dt="2024-09-30T15:12:44.239" v="2083"/>
          <ac:spMkLst>
            <pc:docMk/>
            <pc:sldMk cId="0" sldId="27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628800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 Black" pitchFamily="34" charset="0"/>
              </a:rPr>
              <a:t>Front End Engineering-I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2195736" y="2852936"/>
            <a:ext cx="5112568" cy="22159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Team Details: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JAYATI VERMA (2410991123)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KANISH (2410991127)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DUSHANT KUMAR (2410991093)</a:t>
            </a:r>
          </a:p>
          <a:p>
            <a:endParaRPr lang="en-US" sz="2000" dirty="0"/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Faculty Coordinator: Dr. Preeti Sharma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 Institute of Engineering and Technology, </a:t>
            </a: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University, Punjab</a:t>
            </a:r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69127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Bonus Features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5193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Title: YASAKI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Team Members: </a:t>
            </a:r>
          </a:p>
          <a:p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                     -  Jayati Verma (2410991123)</a:t>
            </a:r>
          </a:p>
          <a:p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                     -  Kanish (2410991127)</a:t>
            </a:r>
          </a:p>
          <a:p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                     -  </a:t>
            </a:r>
            <a:r>
              <a:rPr lang="en-US" sz="2550" dirty="0" err="1">
                <a:latin typeface="Times New Roman" pitchFamily="18" charset="0"/>
                <a:cs typeface="Times New Roman" pitchFamily="18" charset="0"/>
              </a:rPr>
              <a:t>Dushant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Kumar (2410991093)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Project Purpose and Goals:</a:t>
            </a:r>
          </a:p>
          <a:p>
            <a:pPr algn="just"/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550" b="1" dirty="0" err="1">
                <a:latin typeface="Times New Roman" pitchFamily="18" charset="0"/>
                <a:cs typeface="Times New Roman" pitchFamily="18" charset="0"/>
              </a:rPr>
              <a:t>Yasaki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is a Japanese restaurant that blends traditional cuisine with a </a:t>
            </a: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modern experience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. The goal of our website is to create a visually appealing and </a:t>
            </a: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user-friendly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 platform that reflects the </a:t>
            </a: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essence of the Japan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. Through this website, we aim to project the restaurant’s unique atmosphere and </a:t>
            </a: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extensive menu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, while ensuring </a:t>
            </a:r>
            <a:r>
              <a:rPr lang="en-US" sz="2550" b="1" dirty="0">
                <a:latin typeface="Times New Roman" pitchFamily="18" charset="0"/>
                <a:cs typeface="Times New Roman" pitchFamily="18" charset="0"/>
              </a:rPr>
              <a:t>seamless navigation </a:t>
            </a:r>
            <a:r>
              <a:rPr lang="en-US" sz="2550" dirty="0">
                <a:latin typeface="Times New Roman" pitchFamily="18" charset="0"/>
                <a:cs typeface="Times New Roman" pitchFamily="18" charset="0"/>
              </a:rPr>
              <a:t>across all devices.</a:t>
            </a:r>
          </a:p>
        </p:txBody>
      </p:sp>
    </p:spTree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1052736"/>
            <a:ext cx="80648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Many Japanese restaurant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websites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fail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capture the authentic experience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that sets them apart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Common issues that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 tried to solve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include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generic designs, poor responsiveness, and lack of user engagement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Yasaki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aims to:</a:t>
            </a:r>
          </a:p>
          <a:p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                            - Create a visually appealing website that                               enhances the dining experience before customers visit.  </a:t>
            </a:r>
          </a:p>
          <a:p>
            <a:pPr algn="just"/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                            - Highlight </a:t>
            </a:r>
            <a:r>
              <a:rPr lang="en-US" sz="2100" dirty="0" err="1">
                <a:latin typeface="Times New Roman" pitchFamily="18" charset="0"/>
                <a:cs typeface="Times New Roman" pitchFamily="18" charset="0"/>
              </a:rPr>
              <a:t>Yasaki’s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unique offerings, including traditional Japanese dishes and a modern yet casual dining experience.</a:t>
            </a: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                               - Provide a user-friendly interface for seamless online navigation.</a:t>
            </a:r>
          </a:p>
        </p:txBody>
      </p:sp>
    </p:spTree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HTML5: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We have structured the content of the website with the help of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HTML5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to ensure a clean and semantic layout.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CSS3: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We are using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CSS3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to bring the traditional Japanese aesthetic to life with the color scheme of reddish orange, black, white, and yellow.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Current Status: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So far, we’ve focused on creating the static structure      and styling of the website, with plans to integrate more interactivity and backend functionality in later stages.</a:t>
            </a: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JavaScript (Planned):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JavaScript will be used in the future to implement interactive features.</a:t>
            </a: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3528" y="1052736"/>
            <a:ext cx="8136904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50" b="1" dirty="0">
                <a:latin typeface="Times New Roman" pitchFamily="18" charset="0"/>
                <a:cs typeface="Times New Roman" pitchFamily="18" charset="0"/>
              </a:rPr>
              <a:t>Real-Time Table Booking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Our live table booking system will enable customers to see available tables in real time and make instant reservations, enhancing convenience and streamlining the booking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50" b="1" dirty="0">
                <a:latin typeface="Times New Roman" pitchFamily="18" charset="0"/>
                <a:cs typeface="Times New Roman" pitchFamily="18" charset="0"/>
              </a:rPr>
              <a:t>Tatami Room Reservations: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elevate the traditional dining experience, we offer an online booking system for Tatami rooms. Customers can choose from different room sizes (e.g., 2-person, 4-person, etc.), making it easier to plan intimate or group dining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50" b="1" dirty="0">
                <a:latin typeface="Times New Roman" pitchFamily="18" charset="0"/>
                <a:cs typeface="Times New Roman" pitchFamily="18" charset="0"/>
              </a:rPr>
              <a:t>Interactive Spinning Wheel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feature adds a fun and engaging element to the site, allowing users to spin for a chance to win exclusive discounts, creating a unique and memorable user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50" b="1" dirty="0">
                <a:latin typeface="Times New Roman" pitchFamily="18" charset="0"/>
                <a:cs typeface="Times New Roman" pitchFamily="18" charset="0"/>
              </a:rPr>
              <a:t>Scalable Features: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 have planned future updates that will further improve user experience by introducing more interactive features and optimizations, ensuring the website evolves alongside customer needs.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followed by many slides include the relevant screenshots of the running project and their corresponding code snippets.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should frame the complete picture of your solution. 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Bonus Feature</a:t>
            </a:r>
          </a:p>
        </p:txBody>
      </p:sp>
    </p:spTree>
  </p:cSld>
  <p:clrMapOvr>
    <a:masterClrMapping/>
  </p:clrMapOvr>
  <p:transition advTm="4000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summarize the key points of the project and the team's main takeaways from the experience. </a:t>
            </a:r>
          </a:p>
        </p:txBody>
      </p:sp>
    </p:spTree>
  </p:cSld>
  <p:clrMapOvr>
    <a:masterClrMapping/>
  </p:clrMapOvr>
  <p:transition advTm="4000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include a list of all the sources and references used in the project.  </a:t>
            </a:r>
          </a:p>
        </p:txBody>
      </p:sp>
    </p:spTree>
  </p:cSld>
  <p:clrMapOvr>
    <a:masterClrMapping/>
  </p:clrMapOvr>
  <p:transition advTm="4000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</TotalTime>
  <Words>567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Times New Roman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Kanish Mahajan</cp:lastModifiedBy>
  <cp:revision>33</cp:revision>
  <dcterms:created xsi:type="dcterms:W3CDTF">2022-12-12T14:14:34Z</dcterms:created>
  <dcterms:modified xsi:type="dcterms:W3CDTF">2024-09-30T15:12:46Z</dcterms:modified>
</cp:coreProperties>
</file>